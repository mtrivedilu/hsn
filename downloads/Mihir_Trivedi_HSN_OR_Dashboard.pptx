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trivedilu.github.io/HSN/dashboard/" TargetMode="External"/><Relationship Id="rId4" Type="http://schemas.openxmlformats.org/officeDocument/2006/relationships/hyperlink" Target="https://mtrivedilu.github.io/HSN/dashboard/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kRW4fZ/sl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kRW4fZ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kRW4fZ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kRW4fZ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kRW4fZ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kRW4fZ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sg/ny4vn1812lj9b65tr13v5cwr0000gn/T/hsn-pptx-kRW4fZ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Explore Interactive OR Dashboard">
            <a:hlinkClick r:id="rId3" tooltip="Explore Interactive OR Dashboar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213350"/>
            <a:ext cx="3946525" cy="628650"/>
          </a:xfrm>
          <a:prstGeom prst="rect">
            <a:avLst/>
          </a:prstGeom>
        </p:spPr>
      </p:pic>
      <p:sp>
        <p:nvSpPr>
          <p:cNvPr id="4" name="Dashboard CTA link">
            <a:hlinkClick r:id="rId4" tooltip="Explore Interactive OR Dashboard"/>
          </p:cNvPr>
          <p:cNvSpPr/>
          <p:nvPr/>
        </p:nvSpPr>
        <p:spPr>
          <a:xfrm>
            <a:off x="762000" y="5213350"/>
            <a:ext cx="3946525" cy="6286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u="none" dirty="0">
                <a:solidFill>
                  <a:srgbClr val="FFFFFF">
                    <a:alpha val="0"/>
                  </a:srgbClr>
                </a:solidFill>
                <a:hlinkClick r:id="rId4" invalidUrl="" action="" tgtFrame="" tooltip="Explore Interactive OR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Explore Interactive OR Dashboard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Portfolio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HSN Operating Room Dashboard</dc:title>
  <dc:subject>HSN Decision Support Analyst II interview presentation</dc:subject>
  <dc:creator>Mihir Trivedi</dc:creator>
  <cp:lastModifiedBy>Mihir Trivedi</cp:lastModifiedBy>
  <cp:revision>1</cp:revision>
  <dcterms:created xsi:type="dcterms:W3CDTF">2026-09-30T02:05:13Z</dcterms:created>
  <dcterms:modified xsi:type="dcterms:W3CDTF">2026-09-30T02:05:13Z</dcterms:modified>
</cp:coreProperties>
</file>