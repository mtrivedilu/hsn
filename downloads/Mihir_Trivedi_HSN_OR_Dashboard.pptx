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N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sn-tools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sn-tools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sn-tools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sn-tools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sn-tools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sn-tools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sn-tools/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Portfolio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HSN Operating Room Dashboard</dc:title>
  <dc:subject>HSN Decision Support Analyst II interview presentation</dc:subject>
  <dc:creator>Mihir Trivedi</dc:creator>
  <cp:lastModifiedBy>Mihir Trivedi</cp:lastModifiedBy>
  <cp:revision>1</cp:revision>
  <dcterms:created xsi:type="dcterms:W3CDTF">2026-09-29T22:53:03Z</dcterms:created>
  <dcterms:modified xsi:type="dcterms:W3CDTF">2026-09-29T22:53:03Z</dcterms:modified>
</cp:coreProperties>
</file>