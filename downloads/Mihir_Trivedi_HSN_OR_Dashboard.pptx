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trivedilu.github.io/HSN/dashboard/" TargetMode="Externa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2VP3d/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2VP3d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2VP3d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2VP3d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2VP3d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2VP3d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j2VP3d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>
            <a:hlinkClick r:id="rId2" tooltip="Explore Interactive OR Dashboard"/>
          </p:cNvPr>
          <p:cNvSpPr/>
          <p:nvPr/>
        </p:nvSpPr>
        <p:spPr>
          <a:xfrm>
            <a:off x="762000" y="5213350"/>
            <a:ext cx="3946525" cy="62865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Portfolio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HSN Operating Room Dashboard</dc:title>
  <dc:subject>HSN Decision Support Analyst II interview presentation</dc:subject>
  <dc:creator>Mihir Trivedi</dc:creator>
  <cp:lastModifiedBy>Mihir Trivedi</cp:lastModifiedBy>
  <cp:revision>1</cp:revision>
  <dcterms:created xsi:type="dcterms:W3CDTF">2026-09-30T01:34:35Z</dcterms:created>
  <dcterms:modified xsi:type="dcterms:W3CDTF">2026-09-30T01:34:35Z</dcterms:modified>
</cp:coreProperties>
</file>