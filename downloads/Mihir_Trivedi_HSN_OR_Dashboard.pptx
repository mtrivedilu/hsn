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trivedilu.github.io/HSN/dashboard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7Cuzy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7Cuz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7Cuz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7Cuz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7Cuz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7Cuz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7Cuz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Explore Interactive OR Dashboard">
            <a:hlinkClick r:id="rId3" tooltip="Explore Interactive OR Dashboar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213350"/>
            <a:ext cx="3946525" cy="6286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Portfolio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HSN Operating Room Dashboard</dc:title>
  <dc:subject>HSN Decision Support Analyst II interview presentation</dc:subject>
  <dc:creator>Mihir Trivedi</dc:creator>
  <cp:lastModifiedBy>Mihir Trivedi</cp:lastModifiedBy>
  <cp:revision>1</cp:revision>
  <dcterms:created xsi:type="dcterms:W3CDTF">2026-09-30T01:55:58Z</dcterms:created>
  <dcterms:modified xsi:type="dcterms:W3CDTF">2026-09-30T01:55:58Z</dcterms:modified>
</cp:coreProperties>
</file>